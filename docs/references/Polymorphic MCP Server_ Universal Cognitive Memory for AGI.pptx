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54-f822-8570-8000-000096b472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74-4152-825c-8000-000063dfd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6a-b9e2-895e-8000-0000cec7a3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74-1de2-8c11-8000-000000ebb7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6c-5d82-8384-8000-0000c83c59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72-c4c2-8047-8000-0000232bfd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90-8b32-8606-8000-00009f3474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90-42e2-80f7-8000-00001c530d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8a-1442-8bfd-8000-0000c2d16c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8a-3102-8097-8000-0000ef995a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8b-4722-8315-8000-0000d6818d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a6-c032-802e-8000-00001d2f5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a6-5c92-8fb6-8000-00008f1c57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ae-2a22-8787-8000-00008a8b44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a6-38b2-880d-8000-00006e2c62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ad-cc72-878f-8000-00005f40de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cb-2032-851c-8000-00000b9368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c2-dc12-82ea-8000-0000fb47f1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cc-0442-8b75-8000-0000a23689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c6-0192-8812-8000-000020510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cb-7be2-8d4a-8000-00008c6677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ea-bb82-89e6-8000-0000bc2be8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e9-a362-85c5-8000-0000f53963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b0e0-5b42-880c-8000-00003217b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Polymorphic MCP Server: Universal Cognitive Memory for AGI</dc:title>
  <dc:subject>Polymorphic MCP Server: Universal Cognitive Memory for AGI</dc:subject>
  <dc:creator>Kimi</dc:creator>
  <cp:lastModifiedBy>Kimi</cp:lastModifiedBy>
  <cp:revision>1</cp:revision>
  <dcterms:created xsi:type="dcterms:W3CDTF">2025-11-28T15:22:17Z</dcterms:created>
  <dcterms:modified xsi:type="dcterms:W3CDTF">2025-11-28T15:22:17Z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{"Label":"Polymorphic MCP Server: Universal Cognitive Memory for AGI","ContentProducer":"001191110108MACG2KBH8F10000","ProduceID":"d4krmp5hstkkpolo4nkg","ReservedCode1":"","ContentPropagator":"001191110108MACG2KBH8F20000","PropagateID":"d4krmp5hstkkpolo4nkg","ReservedCode2":""}</vt:lpwstr>
  </property>
</Properties>
</file>